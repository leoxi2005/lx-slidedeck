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FOUR BULLETS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Line one</a:t>
            </a:r>
          </a:p>
          <a:p>
            <a:pPr>
              <a:defRPr sz="3200"/>
            </a:pPr>
            <a:r>
              <a:t>Line two</a:t>
            </a:r>
          </a:p>
          <a:p>
            <a:pPr>
              <a:defRPr sz="3200"/>
            </a:pPr>
            <a:r>
              <a:t>Line three</a:t>
            </a:r>
          </a:p>
          <a:p>
            <a:pPr>
              <a:defRPr sz="3200"/>
            </a:pPr>
            <a:r>
              <a:t>Line four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STAYS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ARRIVES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presetID="1" presetClass="exit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NO ANIMATION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